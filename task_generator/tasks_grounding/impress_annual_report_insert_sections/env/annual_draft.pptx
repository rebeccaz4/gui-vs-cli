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Report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Leadership team debrief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24% YoY</a:t>
            </a:r>
          </a:p>
          <a:p>
            <a:r>
              <a:t>Gross margin at 62%</a:t>
            </a:r>
          </a:p>
          <a:p>
            <a:r>
              <a:t>Cash runway 22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42 enterprise logos</a:t>
            </a:r>
          </a:p>
          <a:p>
            <a:r>
              <a:t>NPS 58 (up from 49)</a:t>
            </a:r>
          </a:p>
          <a:p>
            <a:r>
              <a:t>Churn under 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Moved data lake to on-prem</a:t>
            </a:r>
          </a:p>
          <a:p>
            <a:r>
              <a:t>Rolled out incident-response playbook</a:t>
            </a:r>
          </a:p>
          <a:p>
            <a:r>
              <a:t>Cut infra costs by 18%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
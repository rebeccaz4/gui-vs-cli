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Operational Cost Optimization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C4DE"/>
                </a:solidFill>
                <a:latin typeface="Arial"/>
              </a:rPr>
              <a:t>Reducing Enterprise Spend Through Intelligent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A4BE"/>
                </a:solidFill>
                <a:latin typeface="Arial"/>
              </a:rPr>
              <a:t>Prepared for: GlobalTech Industries  |  March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3A5C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The Challenge: Rising Operational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Market Landscape &amp; Industry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Our Approach: AI-Driven Process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1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Platform Architecture &amp; 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Case Study: FinServ Corp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ROI Analysis &amp; Cost Projections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Implementation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Value Waterfall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Pricing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7665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The Challenge: Rising Operational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Manual data entry processes consume 23% of employee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Error rates in manual workflows average 4.2% across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Operational costs have increased 18% year-over-year since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IT departments spend 60% of budget on maintenance vs.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Customer response times average 4.7 hours for routine inquiries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Market Landscape &amp; Industry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Global process automation market: $15.8B (2024), projected $32.4B by 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78% of Fortune 500 companies have adopted some form of RPA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Average ROI for automation initiatives: 250% within 18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Leaders in automation see 35% lower operational costs than peers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McKinsey estimates 45% of work activities could be automated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Our Approach: AI-Driven Process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Intelligent document processing with 99.2%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Natural language workflow builder for non-technical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Pre-built connectors for 200+ enterprise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Real-time monitoring dashboard with predictive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Continuous learning engine that improves with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Platform Architecture &amp;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144000" cy="822960"/>
          </a:xfrm>
          <a:prstGeom prst="rect">
            <a:avLst/>
          </a:prstGeom>
          <a:solidFill>
            <a:srgbClr val="2E75B6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Presentation Layer: Web Dashboard  |  Mobile App  |  API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9144000" cy="822960"/>
          </a:xfrm>
          <a:prstGeom prst="rect">
            <a:avLst/>
          </a:prstGeom>
          <a:solidFill>
            <a:srgbClr val="2E75B6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Intelligence Layer: NLP Engine  |  ML Models  |  Decision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9144000" cy="822960"/>
          </a:xfrm>
          <a:prstGeom prst="rect">
            <a:avLst/>
          </a:prstGeom>
          <a:solidFill>
            <a:srgbClr val="2E75B6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Integration Layer: SAP  |  Salesforce  |  ServiceNow  |  Custom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822960"/>
          </a:xfrm>
          <a:prstGeom prst="rect">
            <a:avLst/>
          </a:prstGeom>
          <a:solidFill>
            <a:srgbClr val="2E75B6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Data Layer: Data Lake  |  Real-time Streams  | 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Case Study: FinServ Corp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Client: FinServ Corp (mid-market financial services, 2,400 employees)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Challenge: $1.2M annual spend on manual compliance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Solution: Automated 85% of compliance workflows in 12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Result: $680K annual savings, error rate reduced from 3.8% to 0.3%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Time to compliance report: reduced from 5 days to 4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Employee satisfaction scores increased 22% post-implementation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ROI Analysis &amp; Cost Projections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486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Automation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$185,000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$240,000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Error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$110,000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Efficiency Gains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$165,000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/>
                        <a:t>Net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Value Waterfall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Pricing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Standard Package: $8,500/month (up to 50 automated workflows)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Enterprise Package: $15,000/month (unlimited workflows + dedicated support)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Implementation fee: $25,000 one-time setup and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30-day free pilot program available for qualified organizations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Arial"/>
              </a:rPr>
              <a:t>•  Next steps: Schedule technical deep-dive with your IT team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0C4DE"/>
                </a:solidFill>
                <a:latin typeface="Arial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A4BE"/>
                </a:solidFill>
                <a:latin typeface="Arial"/>
              </a:rPr>
              <a:t>Contact: solutions@optimizeai.com  |  (415) 555-0192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
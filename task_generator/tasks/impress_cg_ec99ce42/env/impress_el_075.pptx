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1A3C6E"/>
                </a:solidFill>
              </a:rPr>
              <a:t>Acme Corp Annual Strategy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Fiscal Year 2025-2026 Planning Session</a:t>
            </a:r>
          </a:p>
          <a:p>
            <a:pPr>
              <a:spcAft>
                <a:spcPts val="800"/>
              </a:spcAft>
            </a:pPr>
            <a:r>
              <a:rPr sz="1800"/>
              <a:t>Prepared by the Executive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Revenue grew 18% year-over-year to $127.4M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Operating margin improved to 23.6% from 19.1%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Customer acquisition increased by 34% across all segments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New product launches contributed $31.2M in incremental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Total addressable market expanded to $4.2B in 2025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Three new competitors entered the mid-market segment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Regulatory changes in EU created new compliance requirements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AI-driven solutions gained 40% market share in our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Revenue Breakdown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North America: $68.3M (53.6%) - up 15%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Europe: $32.1M (25.2%) - up 22%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Asia-Pacific: $19.8M (15.5%) - up 28%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Latin America: $7.2M (5.7%) - up 11%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Product Portfolio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Enterprise Suite: $52.8M revenue, 41.4% of total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Professional Tools: $38.6M revenue, 30.3% of total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Startup Edition: $24.1M revenue, 18.9% of total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API Platform: $11.9M revenue, 9.3% of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Customer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Net Promoter Score improved to 72 from 64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Customer retention rate: 94.3%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Average contract value: $48,200 (up 12%)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Support ticket resolution time: 4.2 hours (down 31%)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Engineering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Released 4 major product versions in FY2025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127 new features shipped across all product lines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Infrastructure uptime: 99.97%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Mean time to deploy reduced to 2.3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Talent &amp;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Headcount grew from 412 to 587 employees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Engineering team expanded by 52% to 234 engineers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Employee satisfaction score: 4.3/5.0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Voluntary turnover rate: 8.7% (industry avg: 13.2%)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Gross margin: 71.4% (up from 68.9%)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R&amp;D investment: $28.3M (22.2% of revenue)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Sales &amp; marketing: $31.8M (25.0% of revenue)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Free cash flow: $19.7M (15.5% FCF margin)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Strategic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Signed technology partnership with Microsoft Azure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Integration with Salesforce completed in Q2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Joint go-to-market with Deloitte Consulting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AWS Advanced Technology Partner status achieved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Cybersecurity threats increasing in sophistication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Supply chain dependencies on 3 critical vendors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Currency fluctuation exposure in EMEA markets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Regulatory compliance costs expected to rise 15%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FY2026 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Launch AI-powered analytics module by Q2 2026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Expand into Japanese and Korean markets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Achieve SOC 2 Type II certification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Grow enterprise segment revenue by 25%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Investment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Phase 1 (Q1-Q2): AI/ML infrastructure buildout - $8.5M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Phase 2 (Q2-Q3): International expansion - $5.2M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Phase 3 (Q3-Q4): Platform modernization - $6.8M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Phase 4 (Q4): Security &amp; compliance - $3.1M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Key Performance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Revenue target: $155M (21.7% growth)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Operating margin target: 26%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Customer count target: 2,800 (from 2,100)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Employee headcount target: 720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3C6E"/>
                </a:solidFill>
              </a:rPr>
              <a:t>Next Steps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Board approval for FY2026 budget: January 15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Q1 kickoff and team alignment: February 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First strategic review checkpoint: April 30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Mid-year strategy adjustment: July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
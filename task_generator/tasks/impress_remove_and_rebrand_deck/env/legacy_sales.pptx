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Acme CRM 2021 Edition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Relationship management for 2021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Landscape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Scattered customer data across teams</a:t>
            </a:r>
          </a:p>
          <a:p>
            <a:r>
              <a:t>Manual lead hand-off</a:t>
            </a:r>
          </a:p>
          <a:p>
            <a:r>
              <a:t>No single source of truth for revenue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Legacy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Monolith deployed quarterly</a:t>
            </a:r>
          </a:p>
          <a:p>
            <a:r>
              <a:t>Email integration via polling every 15 minutes</a:t>
            </a:r>
          </a:p>
          <a:p>
            <a:r>
              <a:t>Internal-only reporting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Opportunity tracker</a:t>
            </a:r>
          </a:p>
          <a:p>
            <a:r>
              <a:t>Reporting dashboards</a:t>
            </a:r>
          </a:p>
          <a:p>
            <a:r>
              <a:t>Outlook plugin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Old Pricing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Starter: $30/user/month</a:t>
            </a:r>
          </a:p>
          <a:p>
            <a:r>
              <a:t>Team: $75/user/month</a:t>
            </a:r>
          </a:p>
          <a:p>
            <a:r>
              <a:t>Enterprise: call us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Study: BrightCorp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Rolled out to 180 sellers in 2022</a:t>
            </a:r>
          </a:p>
          <a:p>
            <a:r>
              <a:t>Cut cycle time by 22%</a:t>
            </a:r>
          </a:p>
          <a:p>
            <a:r>
              <a:t>Expanded ACV by 14%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Competitor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Vs AlphaCRM: better email integration</a:t>
            </a:r>
          </a:p>
          <a:p>
            <a:r>
              <a:t>Vs BetaSuite: lower TCO</a:t>
            </a:r>
          </a:p>
          <a:p>
            <a:r>
              <a:t>Vs GammaSales: stronger reporting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Call to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Book a demo this week</a:t>
            </a:r>
          </a:p>
          <a:p>
            <a:r>
              <a:t>Pilot with three teams</a:t>
            </a:r>
          </a:p>
          <a:p>
            <a:r>
              <a:t>Quarterly check-ins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
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>
                <a:solidFill>
                  <a:srgbClr val="1A5396"/>
                </a:solidFill>
              </a:rPr>
              <a:t>NovaTech Product Suite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555555"/>
                </a:solidFill>
              </a:rPr>
              <a:t>2025 Feature Walkthrough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200" u="none">
                <a:solidFill>
                  <a:srgbClr val="404040"/>
                </a:solidFill>
              </a:rPr>
              <a:t>Dashboard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• Real-time KPI monitoring across all business units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Customizable widget layout with drag-and-drop interface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Automated daily, weekly, and monthly report generation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Integration with Salesforce, HubSpot, and Google Analytics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Role-based access controls for data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000"/>
          </a:xfrm>
          <a:prstGeom prst="rect">
            <a:avLst/>
          </a:prstGeom>
          <a:noFill/>
          <a:ln w="36000">
            <a:solidFill>
              <a:srgbClr val="1A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200" u="none">
                <a:solidFill>
                  <a:srgbClr val="404040"/>
                </a:solidFill>
              </a:rPr>
              <a:t>Collaboration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• Shared workspaces for cross-functional teams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Version-controlled document editing with comment threads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Video conferencing with screen sharing and breakout rooms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Task assignment and milestone tracking with Gantt view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Slack and Microsoft Teams integration for instant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000"/>
          </a:xfrm>
          <a:prstGeom prst="rect">
            <a:avLst/>
          </a:prstGeom>
          <a:noFill/>
          <a:ln w="36000">
            <a:solidFill>
              <a:srgbClr val="1A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200" u="none">
                <a:solidFill>
                  <a:srgbClr val="404040"/>
                </a:solidFill>
              </a:rPr>
              <a:t>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• End-to-end AES-256 encryption for all data at rest and in transit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SOC 2 Type II and ISO 27001 certified infrastructure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GDPR, CCPA, and HIPAA compliance built into data pipelines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Multi-factor authentication with biometric support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Automated vulnerability scanning and intrusion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000"/>
          </a:xfrm>
          <a:prstGeom prst="rect">
            <a:avLst/>
          </a:prstGeom>
          <a:noFill/>
          <a:ln w="36000">
            <a:solidFill>
              <a:srgbClr val="1A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200" u="none">
                <a:solidFill>
                  <a:srgbClr val="404040"/>
                </a:solidFill>
              </a:rPr>
              <a:t>AI-Powered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• Intelligent workflow automation with no-code builder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Predictive analytics for demand forecasting and churn prediction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NLP-based document classification and data extraction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Smart scheduling with calendar optimization algorithms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Anomaly detection in financial transactions and usage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8229600" cy="36000"/>
          </a:xfrm>
          <a:prstGeom prst="rect">
            <a:avLst/>
          </a:prstGeom>
          <a:noFill/>
          <a:ln w="36000">
            <a:solidFill>
              <a:srgbClr val="1A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3200" u="none">
                <a:solidFill>
                  <a:srgbClr val="1A5396"/>
                </a:solidFill>
              </a:rPr>
              <a:t>Next Steps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</a:rPr>
              <a:t>• Schedule a personalized demo with your account manager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Access free 30-day trial at novatech.io/trial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Join our community forum and knowledge base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• Contact enterprise sales: enterprise@novatech.io</a:t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/>
            </a:r>
          </a:p>
          <a:p>
            <a:pPr algn="l"/>
            <a:r>
              <a:rPr sz="1600">
                <a:solidFill>
                  <a:srgbClr val="333333"/>
                </a:solidFill>
              </a:rPr>
              <a:t>Thank you for joining the NovaTech 2025 Feature Walkthrough!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
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Marketing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TechVision Solutions — Driving Growth Through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Overview</a:t>
            </a:r>
          </a:p>
          <a:p>
            <a:pPr lvl="1"/>
            <a:r>
              <a:t>Revenue Performance Q1–Q3</a:t>
            </a:r>
          </a:p>
          <a:p>
            <a:pPr lvl="1"/>
            <a:r>
              <a:t>Key Campaign Results</a:t>
            </a:r>
          </a:p>
          <a:p>
            <a:pPr lvl="1"/>
            <a:r>
              <a:t>Case Study 1: FinTech Partnership</a:t>
            </a:r>
          </a:p>
          <a:p>
            <a:pPr lvl="1"/>
            <a:r>
              <a:t>Case Study 2: Healthcare Expansion</a:t>
            </a:r>
          </a:p>
          <a:p>
            <a:pPr lvl="1"/>
            <a:r>
              <a:t>Q4 Roadmap &amp;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FinTech Partnership — Merchant Onboarding Automation</a:t>
            </a:r>
          </a:p>
          <a:p>
            <a:pPr lvl="1"/>
            <a:r>
              <a:t>Client: PayRoute Financial Services</a:t>
            </a:r>
          </a:p>
          <a:p>
            <a:pPr lvl="1"/>
            <a:r>
              <a:t>Challenge: Manual onboarding took 14 days per merchant</a:t>
            </a:r>
          </a:p>
          <a:p>
            <a:pPr lvl="1"/>
            <a:r>
              <a:t>Solution: AI-driven KYC verification pipeline</a:t>
            </a:r>
          </a:p>
          <a:p>
            <a:pPr lvl="1"/>
            <a:r>
              <a:t>Result: Onboarding reduced to 2 days (86% faster)</a:t>
            </a:r>
          </a:p>
          <a:p>
            <a:pPr lvl="1"/>
            <a:r>
              <a:t>Revenue Impact: +$2.4M ARR in 6 months</a:t>
            </a:r>
          </a:p>
          <a:p>
            <a:pPr lvl="1"/>
            <a:r>
              <a:t>NPS Score: Improved from 42 to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Expansion — Regional Hospital Network</a:t>
            </a:r>
          </a:p>
          <a:p>
            <a:pPr lvl="1"/>
            <a:r>
              <a:t>Client: MedCore Health Systems (12 hospitals)</a:t>
            </a:r>
          </a:p>
          <a:p>
            <a:pPr lvl="1"/>
            <a:r>
              <a:t>Challenge: Fragmented patient data across 4 legacy platforms</a:t>
            </a:r>
          </a:p>
          <a:p>
            <a:pPr lvl="1"/>
            <a:r>
              <a:t>Solution: Unified data integration layer with real-time sync</a:t>
            </a:r>
          </a:p>
          <a:p>
            <a:pPr lvl="1"/>
            <a:r>
              <a:t>Result: 35% reduction in duplicate patient records</a:t>
            </a:r>
          </a:p>
          <a:p>
            <a:pPr lvl="1"/>
            <a:r>
              <a:t>Revenue Impact: +$1.8M in operational savings</a:t>
            </a:r>
          </a:p>
          <a:p>
            <a:pPr lvl="1"/>
            <a:r>
              <a:t>Patient Satisfaction: Up 22% in post-visit surveys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
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Creative Design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Visual Communication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Morning Session: Typography Fundamentals</a:t>
            </a:r>
          </a:p>
          <a:p>
            <a:r>
              <a:t>Afternoon Session: Color Theory and Layout</a:t>
            </a:r>
          </a:p>
          <a:p>
            <a:r>
              <a:t>Evening Session: Hands-on Portfolio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4A7A"/>
                </a:solidFill>
                <a:latin typeface="Arial"/>
              </a:rPr>
              <a:t>CREATIVITY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is not just what it looks like, it is how it works</a:t>
            </a:r>
          </a:p>
          <a:p>
            <a:r>
              <a:t>Typography shapes the reader's experience and perception</a:t>
            </a:r>
          </a:p>
          <a:p>
            <a:r>
              <a:t>Experiment with orientation, scale, and direction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
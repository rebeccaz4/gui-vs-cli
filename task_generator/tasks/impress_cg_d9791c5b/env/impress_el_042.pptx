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C6E"/>
                </a:solidFill>
                <a:latin typeface="Arial"/>
              </a:rPr>
              <a:t>Overlay Graphics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743200"/>
            <a:ext cx="5486400" cy="22860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 2025 Strategic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486400"/>
            <a:ext cx="914400" cy="914400"/>
          </a:xfrm>
          <a:prstGeom prst="ellipse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Arial"/>
              </a:rPr>
              <a:t>Core Team Members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377440" cy="3200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Sarah Chen</a:t>
            </a:r>
          </a:p>
          <a:p>
            <a:pPr algn="ctr"/>
            <a:r>
              <a:rPr sz="1400">
                <a:solidFill>
                  <a:srgbClr val="ECF0F1"/>
                </a:solidFill>
              </a:rPr>
              <a:t>Lead Designer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377440" cy="3200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Marcus Johnson</a:t>
            </a:r>
          </a:p>
          <a:p>
            <a:pPr algn="ctr"/>
            <a:r>
              <a:rPr sz="1400">
                <a:solidFill>
                  <a:srgbClr val="ECF0F1"/>
                </a:solidFill>
              </a:rPr>
              <a:t>Product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377440" cy="3200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Elena Rodriguez</a:t>
            </a:r>
          </a:p>
          <a:p>
            <a:pPr algn="ctr"/>
            <a:r>
              <a:rPr sz="1400">
                <a:solidFill>
                  <a:srgbClr val="ECF0F1"/>
                </a:solidFill>
              </a:rPr>
              <a:t>Data Analyst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/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828800" cy="1828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$4.2M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011680"/>
            <a:ext cx="182880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128K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011680"/>
            <a:ext cx="182880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72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NPS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59" y="2011680"/>
            <a:ext cx="182880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89%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Retention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4572000"/>
            <a:ext cx="2743200" cy="9144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Trending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9718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3E50"/>
                </a:solidFill>
              </a:rPr>
              <a:t>Jan 2025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Research Phase</a:t>
            </a:r>
          </a:p>
        </p:txBody>
      </p:sp>
      <p:sp>
        <p:nvSpPr>
          <p:cNvPr id="6" name="Oval 5"/>
          <p:cNvSpPr/>
          <p:nvPr/>
        </p:nvSpPr>
        <p:spPr>
          <a:xfrm>
            <a:off x="3108960" y="29718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3E50"/>
                </a:solidFill>
              </a:rPr>
              <a:t>Mar 2025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Prototype</a:t>
            </a:r>
          </a:p>
        </p:txBody>
      </p:sp>
      <p:sp>
        <p:nvSpPr>
          <p:cNvPr id="8" name="Oval 7"/>
          <p:cNvSpPr/>
          <p:nvPr/>
        </p:nvSpPr>
        <p:spPr>
          <a:xfrm>
            <a:off x="5120640" y="29718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3E50"/>
                </a:solidFill>
              </a:rPr>
              <a:t>Jun 2025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Beta Launch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9718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3E50"/>
                </a:solidFill>
              </a:rPr>
              <a:t>Sep 2025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General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3C6E"/>
                </a:solidFill>
                <a:latin typeface="Arial"/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3657600"/>
            <a:ext cx="4572000" cy="18288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</a:rPr>
              <a:t>Sarah Chen | Lead Designer</a:t>
            </a:r>
          </a:p>
          <a:p>
            <a:pPr algn="ctr"/>
            <a:r>
              <a:rPr sz="1400">
                <a:solidFill>
                  <a:srgbClr val="BDC3C7"/>
                </a:solidFill>
              </a:rPr>
              <a:t>sarah.chen@overlaytech.com</a:t>
            </a:r>
          </a:p>
        </p:txBody>
      </p:sp>
      <p:sp>
        <p:nvSpPr>
          <p:cNvPr id="4" name="Diamond 3"/>
          <p:cNvSpPr/>
          <p:nvPr/>
        </p:nvSpPr>
        <p:spPr>
          <a:xfrm>
            <a:off x="7772400" y="457200"/>
            <a:ext cx="914400" cy="914400"/>
          </a:xfrm>
          <a:prstGeom prst="diamond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
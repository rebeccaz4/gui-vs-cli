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Astronomy 101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A Journey Through the Cosmos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Introduction to Astronomy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Astronomy is the study of celestial objects and phenomena</a:t>
            </a:r>
          </a:p>
          <a:p>
            <a:r>
              <a:t>Humans have gazed at the stars for over 5,000 years</a:t>
            </a:r>
          </a:p>
          <a:p>
            <a:r>
              <a:t>Modern astronomy uses telescopes, satellites, and spectroscopy</a:t>
            </a:r>
          </a:p>
          <a:p>
            <a:r>
              <a:t>This course covers our solar system and beyond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The Solar System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8 planets orbit our Sun in elliptical paths</a:t>
            </a:r>
          </a:p>
          <a:p>
            <a:r>
              <a:t>Inner planets: Mercury, Venus, Earth, Mars (rocky)</a:t>
            </a:r>
          </a:p>
          <a:p>
            <a:r>
              <a:t>Outer planets: Jupiter, Saturn, Uranus, Neptune (gas/ice giants)</a:t>
            </a:r>
          </a:p>
          <a:p>
            <a:r>
              <a:t>The asteroid belt separates the inner and outer planets</a:t>
            </a:r>
          </a:p>
          <a:p>
            <a:r>
              <a:t>Dwarf planets include Pluto, Eris, and Ceres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Stars and Stellar Evolution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Stars form from collapsing clouds of gas and dust (nebulae)</a:t>
            </a:r>
          </a:p>
          <a:p>
            <a:r>
              <a:t>Nuclear fusion of hydrogen into helium powers main-sequence stars</a:t>
            </a:r>
          </a:p>
          <a:p>
            <a:r>
              <a:t>Our Sun is a G-type main-sequence star, about 4.6 billion years old</a:t>
            </a:r>
          </a:p>
          <a:p>
            <a:r>
              <a:t>Massive stars end their lives as supernovae, leaving neutron stars or black holes</a:t>
            </a:r>
          </a:p>
          <a:p>
            <a:r>
              <a:t>Low-mass stars become white dwarfs after shedding outer layers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Galaxies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Galaxies are massive systems of stars, gas, dust, and dark matter</a:t>
            </a:r>
          </a:p>
          <a:p>
            <a:r>
              <a:t>The Milky Way is a barred spiral galaxy ~100,000 light-years across</a:t>
            </a:r>
          </a:p>
          <a:p>
            <a:r>
              <a:t>Andromeda (M31) is our nearest large galaxy at 2.5 million light-years</a:t>
            </a:r>
          </a:p>
          <a:p>
            <a:r>
              <a:t>Galaxy types: spiral, elliptical, irregular, and lenticular</a:t>
            </a:r>
          </a:p>
          <a:p>
            <a:r>
              <a:t>The observable universe contains roughly 2 trillion galaxies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Nebulae and the Interstellar Medium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Nebulae are vast clouds of gas and dust in interstellar space</a:t>
            </a:r>
          </a:p>
          <a:p>
            <a:r>
              <a:t>Emission nebulae glow from ionized hydrogen (e.g., Orion Nebula)</a:t>
            </a:r>
          </a:p>
          <a:p>
            <a:r>
              <a:t>Reflection nebulae scatter light from nearby stars</a:t>
            </a:r>
          </a:p>
          <a:p>
            <a:r>
              <a:t>Planetary nebulae form when dying stars expel their outer layers</a:t>
            </a:r>
          </a:p>
          <a:p>
            <a:r>
              <a:t>The interstellar medium fills the space between star systems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Black Holes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Black holes are regions where gravity prevents anything from escaping</a:t>
            </a:r>
          </a:p>
          <a:p>
            <a:r>
              <a:t>Stellar black holes form from collapsed massive stars (3-20 solar masses)</a:t>
            </a:r>
          </a:p>
          <a:p>
            <a:r>
              <a:t>Supermassive black holes reside at galaxy centers (millions to billions of solar masses)</a:t>
            </a:r>
          </a:p>
          <a:p>
            <a:r>
              <a:t>Sagittarius A* is the supermassive black hole at the Milky Way's center</a:t>
            </a:r>
          </a:p>
          <a:p>
            <a:r>
              <a:t>The Event Horizon Telescope captured the first image of a black hole in 2019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Course Summary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We explored the solar system, stars, galaxies, and cosmic phenomena</a:t>
            </a:r>
          </a:p>
          <a:p>
            <a:r>
              <a:t>Key concepts: fusion, gravity, light-years, spectral classification</a:t>
            </a:r>
          </a:p>
          <a:p>
            <a:r>
              <a:t>Astronomy continues to reveal new discoveries about our universe</a:t>
            </a:r>
          </a:p>
          <a:p>
            <a:r>
              <a:t>Next steps: observational techniques and telescope operation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
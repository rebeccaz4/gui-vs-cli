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2025 Sales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the Revenue Operations Team | September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Overall revenue grew 18% YoY to $12.4M in Q3</a:t>
            </a:r>
          </a:p>
          <a:p>
            <a:pPr/>
            <a:r>
              <a:rPr sz="1800"/>
              <a:t>Enterprise segment outperformed targets by 22%</a:t>
            </a:r>
          </a:p>
          <a:p>
            <a:pPr/>
            <a:r>
              <a:rPr sz="1800"/>
              <a:t>Customer acquisition costs decreased by 15%</a:t>
            </a:r>
          </a:p>
          <a:p>
            <a:pPr/>
            <a:r>
              <a:rPr sz="1800"/>
              <a:t>Net Promoter Score improved from 42 to 56</a:t>
            </a:r>
          </a:p>
          <a:p>
            <a:pPr/>
            <a:r>
              <a:rPr sz="1800"/>
              <a:t>Three new strategic partnerships signed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Total Q3 Revenue: $12,432,500 (+18% YoY)</a:t>
            </a:r>
          </a:p>
          <a:p>
            <a:pPr/>
            <a:r>
              <a:rPr sz="1800"/>
              <a:t>Recurring Revenue: $8,215,000 (66% of total)</a:t>
            </a:r>
          </a:p>
          <a:p>
            <a:pPr/>
            <a:r>
              <a:rPr sz="1800"/>
              <a:t>New Business: $2,847,300 (+31% vs Q2)</a:t>
            </a:r>
          </a:p>
          <a:p>
            <a:pPr/>
            <a:r>
              <a:rPr sz="1800"/>
              <a:t>Expansion Revenue: $1,370,200 (+12% YoY)</a:t>
            </a:r>
          </a:p>
          <a:p>
            <a:pPr/>
            <a:r>
              <a:rPr sz="1800"/>
              <a:t>Average Deal Size: $47,500 (up from $39,200)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North America: $6.2M (50% of revenue, +15% YoY)</a:t>
            </a:r>
          </a:p>
          <a:p>
            <a:pPr/>
            <a:r>
              <a:rPr sz="1800"/>
              <a:t>Europe: $3.1M (25%, +24% YoY) - strongest growth</a:t>
            </a:r>
          </a:p>
          <a:p>
            <a:pPr/>
            <a:r>
              <a:rPr sz="1800"/>
              <a:t>Asia-Pacific: $2.0M (16%, +19% YoY)</a:t>
            </a:r>
          </a:p>
          <a:p>
            <a:pPr/>
            <a:r>
              <a:rPr sz="1800"/>
              <a:t>Latin America: $1.1M (9%, +8% YoY)</a:t>
            </a:r>
          </a:p>
          <a:p>
            <a:pPr/>
            <a:r>
              <a:rPr sz="1800"/>
              <a:t>Key win: Deutsche Telekom ($380K annual contract)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Line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Platform Pro: $5.8M (+22%) - enterprise tier driving growth</a:t>
            </a:r>
          </a:p>
          <a:p>
            <a:pPr/>
            <a:r>
              <a:rPr sz="1800"/>
              <a:t>Platform Essentials: $3.9M (+11%) - stable mid-market</a:t>
            </a:r>
          </a:p>
          <a:p>
            <a:pPr/>
            <a:r>
              <a:rPr sz="1800"/>
              <a:t>API Suite: $1.8M (+45%) - fastest growing segment</a:t>
            </a:r>
          </a:p>
          <a:p>
            <a:pPr/>
            <a:r>
              <a:rPr sz="1800"/>
              <a:t>Professional Services: $0.9M (-5%) - transitioning to partner-led</a:t>
            </a:r>
          </a:p>
          <a:p>
            <a:pPr/>
            <a:r>
              <a:rPr sz="1800"/>
              <a:t>New: Platform Pro AI Module beta launched with 12 pilot customers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</a:rPr>
              <a:t>Customer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Launch AI-powered analytics dashboard by Q4</a:t>
            </a:r>
          </a:p>
          <a:p>
            <a:pPr/>
            <a:r>
              <a:rPr sz="1800"/>
              <a:t>Expand partner ecosystem: 15 new certified partners</a:t>
            </a:r>
          </a:p>
          <a:p>
            <a:pPr/>
            <a:r>
              <a:rPr sz="1800"/>
              <a:t>Implement usage-based pricing for API Suite</a:t>
            </a:r>
          </a:p>
          <a:p>
            <a:pPr/>
            <a:r>
              <a:rPr sz="1800"/>
              <a:t>Open Tokyo office to accelerate APAC growth</a:t>
            </a:r>
          </a:p>
          <a:p>
            <a:pPr/>
            <a:r>
              <a:rPr sz="1800"/>
              <a:t>Invest $2M in customer success automation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Sales team expanded to 45 reps (+8 this quarter)</a:t>
            </a:r>
          </a:p>
          <a:p>
            <a:pPr/>
            <a:r>
              <a:rPr sz="1800"/>
              <a:t>Top performer: Rachel Torres - $1.2M in closed deals</a:t>
            </a:r>
          </a:p>
          <a:p>
            <a:pPr/>
            <a:r>
              <a:rPr sz="1800"/>
              <a:t>Average ramp time reduced from 6 to 4 months</a:t>
            </a:r>
          </a:p>
          <a:p>
            <a:pPr/>
            <a:r>
              <a:rPr sz="1800"/>
              <a:t>Sales enablement NPS: 78 (up from 65)</a:t>
            </a:r>
          </a:p>
          <a:p>
            <a:pPr/>
            <a:r>
              <a:rPr sz="1800"/>
              <a:t>12 team members completed advanced certification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Q4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Target: $14.5M revenue in Q4 (17% growth)</a:t>
            </a:r>
          </a:p>
          <a:p>
            <a:pPr/>
            <a:r>
              <a:rPr sz="1800"/>
              <a:t>Priority: Close 5 enterprise deals in pipeline ($2.1M total)</a:t>
            </a:r>
          </a:p>
          <a:p>
            <a:pPr/>
            <a:r>
              <a:rPr sz="1800"/>
              <a:t>Launch customer referral program by October 15</a:t>
            </a:r>
          </a:p>
          <a:p>
            <a:pPr/>
            <a:r>
              <a:rPr sz="1800"/>
              <a:t>Complete CRM migration to unified platform</a:t>
            </a:r>
          </a:p>
          <a:p>
            <a:pPr/>
            <a:r>
              <a:rPr sz="1800"/>
              <a:t>Schedule quarterly business reviews with top 20 accounts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
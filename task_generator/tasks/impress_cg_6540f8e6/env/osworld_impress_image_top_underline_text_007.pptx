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Intelligence Report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the Analytics Team</a:t>
            </a:r>
          </a:p>
          <a:p>
            <a:r>
              <a:t>Q4 Performance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A237E"/>
                </a:solidFill>
              </a:rPr>
              <a:t>Annual Revenue Dashboard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u="none"/>
              <a:t>Total Revenue grew 24% year-over-year, reaching $4.2M in Q4 2024.</a:t>
            </a:r>
          </a:p>
          <a:p>
            <a:r>
              <a:rPr sz="1600" u="none"/>
              <a:t>Customer acquisition cost decreased by 18% through optimized ad targeting.</a:t>
            </a:r>
          </a:p>
          <a:p>
            <a:r>
              <a:rPr sz="1600" u="none"/>
              <a:t>Net Promoter Score improved from 52 to 67, indicating strong customer satisfaction.</a:t>
            </a:r>
          </a:p>
          <a:p>
            <a:r>
              <a:rPr sz="1600" u="none"/>
              <a:t>Product return rate dropped to 3.1%, lowest in company history.</a:t>
            </a:r>
          </a:p>
          <a:p>
            <a:r>
              <a:rPr sz="1600" u="none"/>
              <a:t>Operating margin expanded to 31.5%, driven by cost efficiency initiatives.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Regional Sales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u="none"/>
              <a:t>North America: $1.8M revenue, up 31% from prior year with 14 new enterprise clients.</a:t>
            </a:r>
          </a:p>
          <a:p>
            <a:r>
              <a:rPr sz="1600" u="none"/>
              <a:t>Europe &amp; Middle East: $1.2M revenue, steady growth despite macroeconomic headwinds.</a:t>
            </a:r>
          </a:p>
          <a:p>
            <a:r>
              <a:rPr sz="1600" u="none"/>
              <a:t>Asia Pacific: $0.9M revenue, fastest growing region at 42% YoY expansion.</a:t>
            </a:r>
          </a:p>
          <a:p>
            <a:r>
              <a:rPr sz="1600" u="none"/>
              <a:t>Latin America: $0.3M revenue, emerging market with high long-term potential.</a:t>
            </a:r>
          </a:p>
          <a:p>
            <a:r>
              <a:rPr sz="1600" u="none"/>
              <a:t>Cross-regional collaboration resulted in 6 joint deals worth $450K combined.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1A237E"/>
                </a:solidFill>
              </a:rPr>
              <a:t>Market Share Analysis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Strategic Initiatives for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u="none"/>
              <a:t>Launch AI-powered analytics platform to reduce manual reporting by 60%.</a:t>
            </a:r>
          </a:p>
          <a:p>
            <a:r>
              <a:rPr sz="1600" u="none"/>
              <a:t>Expand sales team by 25 FTEs across North America and Asia Pacific regions.</a:t>
            </a:r>
          </a:p>
          <a:p>
            <a:r>
              <a:rPr sz="1600" u="none"/>
              <a:t>Implement subscription-based pricing model targeting mid-market segment.</a:t>
            </a:r>
          </a:p>
          <a:p>
            <a:r>
              <a:rPr sz="1600" u="none"/>
              <a:t>Achieve ISO 27001 certification to unlock government and healthcare contracts.</a:t>
            </a:r>
          </a:p>
          <a:p>
            <a:r>
              <a:rPr sz="1600" u="none"/>
              <a:t>Establish strategic partnerships with 3 system integrators in EMEA territory.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r>
              <a:t>analytics@company.com | Q4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
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Regional Performance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Q4 2025 — Global Operations Division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Global market grew 8.2% year-over-year in Q4 2025</a:t>
            </a:r>
          </a:p>
          <a:p>
            <a:r>
              <a:t>North America maintained dominant position with 42% market share</a:t>
            </a:r>
          </a:p>
          <a:p>
            <a:r>
              <a:t>APAC region showed strongest acceleration at 35% growth</a:t>
            </a:r>
          </a:p>
          <a:p>
            <a:r>
              <a:t>European markets stabilized after regulatory adjustments</a:t>
            </a:r>
          </a:p>
          <a:p>
            <a:r>
              <a:t>Latin America emerging as key growth corridor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revenue: $62.5M across all regions</a:t>
            </a:r>
          </a:p>
          <a:p>
            <a:r>
              <a:t>Operating margin improved to 18.3% from 15.7%</a:t>
            </a:r>
          </a:p>
          <a:p>
            <a:r>
              <a:t>Cost optimization initiatives saved $4.2M in Q4</a:t>
            </a:r>
          </a:p>
          <a:p>
            <a:r>
              <a:t>Capital expenditure aligned with annual targets</a:t>
            </a:r>
          </a:p>
          <a:p>
            <a:r>
              <a:t>Cash reserves at $128M, up 12% from Q3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Updates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Headcount increased by 47 across engineering and sales</a:t>
            </a:r>
          </a:p>
          <a:p>
            <a:r>
              <a:t>Employee satisfaction score: 4.3/5.0 (up from 4.1)</a:t>
            </a:r>
          </a:p>
          <a:p>
            <a:r>
              <a:t>Completed leadership training program for 23 managers</a:t>
            </a:r>
          </a:p>
          <a:p>
            <a:r>
              <a:t>New regional director appointed for APAC operations</a:t>
            </a:r>
          </a:p>
          <a:p>
            <a:r>
              <a:t>Remote work policy updated for all global offices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Priorities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Expand APAC presence with new Singapore hub</a:t>
            </a:r>
          </a:p>
          <a:p>
            <a:r>
              <a:t>Launch enterprise tier product by Q2 2026</a:t>
            </a:r>
          </a:p>
          <a:p>
            <a:r>
              <a:t>Achieve SOC 2 Type II certification</a:t>
            </a:r>
          </a:p>
          <a:p>
            <a:r>
              <a:t>Grow European channel partner network by 40%</a:t>
            </a:r>
          </a:p>
          <a:p>
            <a:r>
              <a:t>Reduce customer acquisition cost by 15%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333333"/>
                </a:solidFill>
              </a:rPr>
              <a:t>Regional Performance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Finalize APAC expansion budget by January 15</a:t>
            </a:r>
          </a:p>
          <a:p>
            <a:r>
              <a:t>Complete vendor selection for CRM migration</a:t>
            </a:r>
          </a:p>
          <a:p>
            <a:r>
              <a:t>Submit regulatory compliance documents for EU operations</a:t>
            </a:r>
          </a:p>
          <a:p>
            <a:r>
              <a:t>Schedule quarterly business reviews with regional leads</a:t>
            </a:r>
          </a:p>
          <a:p>
            <a:r>
              <a:t>Prepare investor update materials for board meeting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Timeline &amp; Milestones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Jan 2026: APAC hub operational planning complete</a:t>
            </a:r>
          </a:p>
          <a:p>
            <a:r>
              <a:t>Feb 2026: Enterprise product beta launch</a:t>
            </a:r>
          </a:p>
          <a:p>
            <a:r>
              <a:t>Mar 2026: SOC 2 audit begins</a:t>
            </a:r>
          </a:p>
          <a:p>
            <a:r>
              <a:t>Apr 2026: European partner summit</a:t>
            </a:r>
          </a:p>
          <a:p>
            <a:r>
              <a:t>Jun 2026: Mid-year performance review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Questions? Contact: global-ops@company.com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
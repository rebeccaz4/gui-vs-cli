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 Improvement Initiative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Operational Excellence Program — Q2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manufacturing division has identified key areas for operational improvement.</a:t>
            </a:r>
          </a:p>
          <a:p>
            <a:pPr>
              <a:spcBef>
                <a:spcPts val="1200"/>
              </a:spcBef>
            </a:pPr>
            <a:r>
              <a:t>This initiative focuses on reducing cycle times, minimizing defects, and improving throughput across three production lines.</a:t>
            </a:r>
          </a:p>
          <a:p>
            <a:pPr>
              <a:spcBef>
                <a:spcPts val="1200"/>
              </a:spcBef>
            </a:pPr>
            <a:r>
              <a:t>Target: 25% efficiency gain within 6 months through lean methodology and automation upgrades.</a:t>
            </a:r>
          </a:p>
          <a:p>
            <a:pPr>
              <a:spcBef>
                <a:spcPts val="1200"/>
              </a:spcBef>
            </a:pPr>
            <a:r>
              <a:t>Budget allocation: $1.2M across capital expenditure and workforce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333333"/>
                </a:solidFill>
              </a:rPr>
              <a:t>Before vs After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(Weeks 1-4): Assessment and baseline measurement</a:t>
            </a:r>
          </a:p>
          <a:p>
            <a:pPr>
              <a:spcBef>
                <a:spcPts val="1000"/>
              </a:spcBef>
            </a:pPr>
            <a:r>
              <a:t>Phase 2 (Weeks 5-10): Equipment upgrades and process redesign</a:t>
            </a:r>
          </a:p>
          <a:p>
            <a:pPr>
              <a:spcBef>
                <a:spcPts val="1000"/>
              </a:spcBef>
            </a:pPr>
            <a:r>
              <a:t>Phase 3 (Weeks 11-16): Staff training and pilot runs</a:t>
            </a:r>
          </a:p>
          <a:p>
            <a:pPr>
              <a:spcBef>
                <a:spcPts val="1000"/>
              </a:spcBef>
            </a:pPr>
            <a:r>
              <a:t>Phase 4 (Weeks 17-24): Full deployment and monitoring</a:t>
            </a:r>
          </a:p>
          <a:p>
            <a:pPr>
              <a:spcBef>
                <a:spcPts val="1000"/>
              </a:spcBef>
            </a:pPr>
            <a:r>
              <a:t>Phase 5 (Week 25+): Continuous improvement and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Standardized workflows reduce variability by up to 40%</a:t>
            </a:r>
          </a:p>
          <a:p>
            <a:pPr>
              <a:spcBef>
                <a:spcPts val="1000"/>
              </a:spcBef>
            </a:pPr>
            <a:r>
              <a:t>Automated quality checks catch defects 3x faster than manual inspection</a:t>
            </a:r>
          </a:p>
          <a:p>
            <a:pPr>
              <a:spcBef>
                <a:spcPts val="1000"/>
              </a:spcBef>
            </a:pPr>
            <a:r>
              <a:t>Cross-functional teams accelerate problem resolution by 60%</a:t>
            </a:r>
          </a:p>
          <a:p>
            <a:pPr>
              <a:spcBef>
                <a:spcPts val="1000"/>
              </a:spcBef>
            </a:pPr>
            <a:r>
              <a:t>Investing in training yields a 5:1 ROI within the first year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
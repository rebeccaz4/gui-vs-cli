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Collaborative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Multi-Author Research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Foundational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papers from 2010–2020</a:t>
            </a:r>
          </a:p>
          <a:p>
            <a:r>
              <a:t>Gap analysis in existing studies</a:t>
            </a:r>
          </a:p>
          <a:p>
            <a:r>
              <a:t>Framework selection rationale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hypotheses H1–H3</a:t>
            </a:r>
          </a:p>
          <a:p>
            <a:r>
              <a:t>Conceptual model diagram</a:t>
            </a:r>
          </a:p>
          <a:p>
            <a:r>
              <a:t>Variable definitions and operationalization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Mixed-methods design</a:t>
            </a:r>
          </a:p>
          <a:p>
            <a:r>
              <a:t>Sample size: N = 450 participants</a:t>
            </a:r>
          </a:p>
          <a:p>
            <a:r>
              <a:t>Data collection instruments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Survey administration timeline</a:t>
            </a:r>
          </a:p>
          <a:p>
            <a:r>
              <a:t>Interview protocol summary</a:t>
            </a:r>
          </a:p>
          <a:p>
            <a:r>
              <a:t>Ethics committee approval — Ref #ECB-2024-112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Descriptive statistics table</a:t>
            </a:r>
          </a:p>
          <a:p>
            <a:r>
              <a:t>Pearson correlation r = 0.78 (p &lt; 0.001)</a:t>
            </a:r>
          </a:p>
          <a:p>
            <a:r>
              <a:t>Regression model: R² = 0.61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H1 supported: β = 0.42, SE = 0.06</a:t>
            </a:r>
          </a:p>
          <a:p>
            <a:r>
              <a:t>H2 partially supported</a:t>
            </a:r>
          </a:p>
          <a:p>
            <a:r>
              <a:t>H3 rejected — see Appendix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Qualitative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Thematic analysis of 30 interviews</a:t>
            </a:r>
          </a:p>
          <a:p>
            <a:r>
              <a:t>Theme 1: Collaboration barriers</a:t>
            </a:r>
          </a:p>
          <a:p>
            <a:r>
              <a:t>Theme 2: Technology enablers</a:t>
            </a:r>
          </a:p>
          <a:p>
            <a:r>
              <a:t>Theme 3: Organizational culture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Triangulation of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Convergent validity confirmed</a:t>
            </a:r>
          </a:p>
          <a:p>
            <a:r>
              <a:t>Divergent cases examined</a:t>
            </a:r>
          </a:p>
          <a:p>
            <a:r>
              <a:t>Integrated interpretation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Robustness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Multicollinearity diagnostics: VIF &lt; 2.5</a:t>
            </a:r>
          </a:p>
          <a:p>
            <a:r>
              <a:t>Residual normality (Shapiro-Wilk p = 0.34)</a:t>
            </a:r>
          </a:p>
          <a:p>
            <a:r>
              <a:t>Bootstrap CI (95%): [0.31, 0.53]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Discussion: Theoretical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Extends Social Exchange Theory</a:t>
            </a:r>
          </a:p>
          <a:p>
            <a:r>
              <a:t>Challenges prior assumptions in Kim &amp; Lee (2019)</a:t>
            </a:r>
          </a:p>
          <a:p>
            <a:r>
              <a:t>Novel contribution to collaborative cognition literature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Discussion: Practical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Guidelines for cross-functional teams</a:t>
            </a:r>
          </a:p>
          <a:p>
            <a:r>
              <a:t>Policy recommendations for institutions</a:t>
            </a:r>
          </a:p>
          <a:p>
            <a:r>
              <a:t>Training program design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limited to APAC region</a:t>
            </a:r>
          </a:p>
          <a:p>
            <a:r>
              <a:t>Cross-sectional design — longitudinal study needed</a:t>
            </a:r>
          </a:p>
          <a:p>
            <a:r>
              <a:t>Proposed future studies: longitudinal (3-year) cohort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questions answered</a:t>
            </a:r>
          </a:p>
          <a:p>
            <a:r>
              <a:t>Key contributions summarized</a:t>
            </a:r>
          </a:p>
          <a:p>
            <a:r>
              <a:t>Call for replication studies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bibliography available in supplementary materials</a:t>
            </a:r>
          </a:p>
          <a:p>
            <a:r>
              <a:t>Funded by NRF Grant #2024-CRS-007</a:t>
            </a:r>
          </a:p>
          <a:p>
            <a:r>
              <a:t>Thanks to all 450 participants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
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Corp Strategic Plan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Business Review - Q2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Performance &amp; Market Analysis</a:t>
            </a:r>
          </a:p>
          <a:p>
            <a:r>
              <a:t>Product Development Roadmap</a:t>
            </a:r>
          </a:p>
          <a:p>
            <a:r>
              <a:t>Customer Acquisition Metrics</a:t>
            </a:r>
          </a:p>
          <a:p>
            <a:r>
              <a:t>Operations &amp; Infrastructure</a:t>
            </a:r>
          </a:p>
          <a:p>
            <a:r>
              <a:t>Financial Projections for Q3-Q4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$12.4M (up 18% YoY)</a:t>
            </a:r>
          </a:p>
          <a:p>
            <a:r>
              <a:t>Enterprise Segment: $7.2M</a:t>
            </a:r>
          </a:p>
          <a:p>
            <a:r>
              <a:t>SMB Segment: $3.8M</a:t>
            </a:r>
          </a:p>
          <a:p>
            <a:r>
              <a:t>Consumer Direct: $1.4M</a:t>
            </a:r>
          </a:p>
          <a:p>
            <a:r>
              <a:t>Gross Margin: 68.5%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Addressable Market: $2.3B (growing 12% annually)</a:t>
            </a:r>
          </a:p>
          <a:p>
            <a:r>
              <a:t>Current Market Share: 4.2%</a:t>
            </a:r>
          </a:p>
          <a:p>
            <a:r>
              <a:t>Primary Competitors: TechNova (8.1%), ByteStream (6.3%)</a:t>
            </a:r>
          </a:p>
          <a:p>
            <a:r>
              <a:t>Key Differentiator: AI-powered automation suite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Development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Q2: Launch Analytics Dashboard v3.0</a:t>
            </a:r>
          </a:p>
          <a:p>
            <a:r>
              <a:t>Q3: Mobile App Redesign (iOS + Android)</a:t>
            </a:r>
          </a:p>
          <a:p>
            <a:r>
              <a:t>Q3: Enterprise SSO Integration</a:t>
            </a:r>
          </a:p>
          <a:p>
            <a:r>
              <a:t>Q4: AI Assistant Beta Release</a:t>
            </a:r>
          </a:p>
          <a:p>
            <a:r>
              <a:t>Q4: API Gateway 2.0 with Rate Limiting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Acquisition &amp;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Customers (Q2): 342 (+24% vs Q1)</a:t>
            </a:r>
          </a:p>
          <a:p>
            <a:r>
              <a:t>Monthly Active Users: 18,500</a:t>
            </a:r>
          </a:p>
          <a:p>
            <a:r>
              <a:t>Net Revenue Retention: 112%</a:t>
            </a:r>
          </a:p>
          <a:p>
            <a:r>
              <a:t>Churn Rate: 2.1% (industry avg: 5.8%)</a:t>
            </a:r>
          </a:p>
          <a:p>
            <a:r>
              <a:t>NPS Score: 72 (up from 65)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&amp;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Uptime: 99.97%</a:t>
            </a:r>
          </a:p>
          <a:p>
            <a:r>
              <a:t>Average Response Time: 145ms</a:t>
            </a:r>
          </a:p>
          <a:p>
            <a:r>
              <a:t>Infrastructure Cost: $380K/month (optimized 15%)</a:t>
            </a:r>
          </a:p>
          <a:p>
            <a:r>
              <a:t>Security: SOC 2 Type II Certified</a:t>
            </a:r>
          </a:p>
          <a:p>
            <a:r>
              <a:t>Team Growth: 12 new hires in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Hiring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Headcount: 156 employees</a:t>
            </a:r>
          </a:p>
          <a:p>
            <a:r>
              <a:t>Engineering: 78 | Product: 22 | Sales: 34 | Ops: 22</a:t>
            </a:r>
          </a:p>
          <a:p>
            <a:r>
              <a:t>Open Positions: 18 (10 Engineering, 5 Sales, 3 Marketing)</a:t>
            </a:r>
          </a:p>
          <a:p>
            <a:r>
              <a:t>Employee Satisfaction: 4.3/5.0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Q3-Q4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Projected Q3 Revenue: $14.1M</a:t>
            </a:r>
          </a:p>
          <a:p>
            <a:r>
              <a:t>Projected Q4 Revenue: $16.8M</a:t>
            </a:r>
          </a:p>
          <a:p>
            <a:r>
              <a:t>Full Year Target: $56.2M</a:t>
            </a:r>
          </a:p>
          <a:p>
            <a:r>
              <a:t>EBITDA Target: $8.4M (15% margin)</a:t>
            </a:r>
          </a:p>
          <a:p>
            <a:r>
              <a:t>Cash Position: $22.3M (18 months runway)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Finalize Q3 marketing budget by June 15</a:t>
            </a:r>
          </a:p>
          <a:p>
            <a:r>
              <a:t>Complete enterprise pilot with DataCorp</a:t>
            </a:r>
          </a:p>
          <a:p>
            <a:r>
              <a:t>Submit SOC 2 renewal documentation</a:t>
            </a:r>
          </a:p>
          <a:p>
            <a:r>
              <a:t>Board presentation scheduled July 22</a:t>
            </a:r>
          </a:p>
          <a:p>
            <a:r>
              <a:t>All-hands meeting: June 28 at 2:00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